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439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601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789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5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4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5288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024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191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723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4115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9072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20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149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10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476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771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9703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220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8217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9590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5030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506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70721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637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05855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57056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50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D70B7B9-DE4E-4B85-9AFB-9AAA278B8D9B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78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A4B46B9-D99E-1D6C-781C-F4A0BC787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6932" y="181504"/>
            <a:ext cx="4047067" cy="487362"/>
          </a:xfrm>
        </p:spPr>
        <p:txBody>
          <a:bodyPr>
            <a:normAutofit fontScale="77500" lnSpcReduction="20000"/>
          </a:bodyPr>
          <a:lstStyle/>
          <a:p>
            <a:r>
              <a:rPr lang="pt-BR" sz="3200" b="1" dirty="0"/>
              <a:t>Equipe – 1ª Sala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913B88-8152-2FD3-F33F-35BC41FB1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1" y="241157"/>
            <a:ext cx="1905001" cy="19050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AE2A79F-CA0A-3A9E-24FA-5EDA5748C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521" y="3464850"/>
            <a:ext cx="1905001" cy="190500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CC73B05-3EC3-AE36-D631-41C845886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65" y="3644277"/>
            <a:ext cx="1905001" cy="190500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93AC3EC-F166-3887-75D8-2CF0F1760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059" y="277300"/>
            <a:ext cx="1905001" cy="1905001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136B6734-33CA-720C-6F8F-E2C577C1C5C5}"/>
              </a:ext>
            </a:extLst>
          </p:cNvPr>
          <p:cNvSpPr txBox="1"/>
          <p:nvPr/>
        </p:nvSpPr>
        <p:spPr>
          <a:xfrm>
            <a:off x="677396" y="2056445"/>
            <a:ext cx="3214085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Mayra e Víctor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Raíssa, Isabela (SC), Monik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0D0AFB4-CA0B-E396-DC0F-6993AC3525F5}"/>
              </a:ext>
            </a:extLst>
          </p:cNvPr>
          <p:cNvSpPr txBox="1"/>
          <p:nvPr/>
        </p:nvSpPr>
        <p:spPr>
          <a:xfrm>
            <a:off x="8300521" y="2165511"/>
            <a:ext cx="3191899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Ana Carol (SA) e Rosely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Sara (SA), Bryan e Ana Carol(SC)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C116D62-9DF5-202F-E5EB-F056A9FED87D}"/>
              </a:ext>
            </a:extLst>
          </p:cNvPr>
          <p:cNvSpPr txBox="1"/>
          <p:nvPr/>
        </p:nvSpPr>
        <p:spPr>
          <a:xfrm>
            <a:off x="626531" y="5369851"/>
            <a:ext cx="4028732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Bruna e Mirella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Ludimila(SA), Maria Beatriz e Lucas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902EF9E-ABD3-9041-4D2E-18394CCA3487}"/>
              </a:ext>
            </a:extLst>
          </p:cNvPr>
          <p:cNvSpPr txBox="1"/>
          <p:nvPr/>
        </p:nvSpPr>
        <p:spPr>
          <a:xfrm>
            <a:off x="8066867" y="5243273"/>
            <a:ext cx="3527056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Matheus e Eduardo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Ana Beatriz(SA), </a:t>
            </a:r>
            <a:r>
              <a:rPr lang="pt-BR" dirty="0" err="1"/>
              <a:t>Kayro</a:t>
            </a:r>
            <a:r>
              <a:rPr lang="pt-BR" dirty="0"/>
              <a:t> e Lara G</a:t>
            </a:r>
          </a:p>
        </p:txBody>
      </p:sp>
    </p:spTree>
    <p:extLst>
      <p:ext uri="{BB962C8B-B14F-4D97-AF65-F5344CB8AC3E}">
        <p14:creationId xmlns:p14="http://schemas.microsoft.com/office/powerpoint/2010/main" val="3238595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537AB-67DA-3C2A-7DF3-79C232830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9E75943-EC75-4A81-39FC-F3DE954AF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6932" y="181504"/>
            <a:ext cx="4047067" cy="487362"/>
          </a:xfrm>
        </p:spPr>
        <p:txBody>
          <a:bodyPr>
            <a:normAutofit fontScale="77500" lnSpcReduction="20000"/>
          </a:bodyPr>
          <a:lstStyle/>
          <a:p>
            <a:r>
              <a:rPr lang="pt-BR" sz="3200" b="1" dirty="0"/>
              <a:t>Equipe – 2ª Sala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D6641C9-96D2-758B-5ECB-E9912CFF6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1" y="241157"/>
            <a:ext cx="1905001" cy="19050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BFFB159-5AE6-2234-BC18-040E0C7C4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521" y="3464850"/>
            <a:ext cx="1905001" cy="190500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4BAD597-1FBC-5BE3-FAB9-C7BAC3824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65" y="3644277"/>
            <a:ext cx="1905001" cy="190500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8F45CD2-96A6-6C18-62B8-6F2672E0F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059" y="277300"/>
            <a:ext cx="1905001" cy="1905001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C9F2C93-F617-FD71-3A47-DA0AAA8875E8}"/>
              </a:ext>
            </a:extLst>
          </p:cNvPr>
          <p:cNvSpPr txBox="1"/>
          <p:nvPr/>
        </p:nvSpPr>
        <p:spPr>
          <a:xfrm>
            <a:off x="677396" y="2056445"/>
            <a:ext cx="258917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Karolaynne</a:t>
            </a:r>
            <a:r>
              <a:rPr lang="pt-BR" dirty="0"/>
              <a:t> e Daiane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Thaís, Anne </a:t>
            </a:r>
            <a:r>
              <a:rPr lang="pt-BR" dirty="0" err="1"/>
              <a:t>kelly</a:t>
            </a:r>
            <a:r>
              <a:rPr lang="pt-BR" dirty="0"/>
              <a:t>, Daniel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73A2581-A241-80F4-A84D-C7E3AA686365}"/>
              </a:ext>
            </a:extLst>
          </p:cNvPr>
          <p:cNvSpPr txBox="1"/>
          <p:nvPr/>
        </p:nvSpPr>
        <p:spPr>
          <a:xfrm>
            <a:off x="8300521" y="2165511"/>
            <a:ext cx="2896947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Cleiton e João Paulo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Ana Maria, Daniela e Yasmin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42A82A1-C89A-1988-0B40-7C3F9C6E1378}"/>
              </a:ext>
            </a:extLst>
          </p:cNvPr>
          <p:cNvSpPr txBox="1"/>
          <p:nvPr/>
        </p:nvSpPr>
        <p:spPr>
          <a:xfrm>
            <a:off x="626531" y="5369851"/>
            <a:ext cx="3025187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Isabele (AS) e Ana Beatriz (SC)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José, Victória e </a:t>
            </a:r>
            <a:r>
              <a:rPr lang="pt-BR" dirty="0" err="1"/>
              <a:t>Stéfany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5967F18-F356-0A35-6ABC-3783FDFE8D6B}"/>
              </a:ext>
            </a:extLst>
          </p:cNvPr>
          <p:cNvSpPr txBox="1"/>
          <p:nvPr/>
        </p:nvSpPr>
        <p:spPr>
          <a:xfrm>
            <a:off x="8066867" y="5243273"/>
            <a:ext cx="3358612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Nayderon</a:t>
            </a:r>
            <a:r>
              <a:rPr lang="pt-BR" dirty="0"/>
              <a:t> e João Victor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Dhenniffer</a:t>
            </a:r>
            <a:r>
              <a:rPr lang="pt-BR" dirty="0"/>
              <a:t>, </a:t>
            </a:r>
            <a:r>
              <a:rPr lang="pt-BR" dirty="0" err="1"/>
              <a:t>Ludymilla</a:t>
            </a:r>
            <a:r>
              <a:rPr lang="pt-BR" dirty="0"/>
              <a:t>(SC) e Bianca</a:t>
            </a:r>
          </a:p>
        </p:txBody>
      </p:sp>
    </p:spTree>
    <p:extLst>
      <p:ext uri="{BB962C8B-B14F-4D97-AF65-F5344CB8AC3E}">
        <p14:creationId xmlns:p14="http://schemas.microsoft.com/office/powerpoint/2010/main" val="1193080753"/>
      </p:ext>
    </p:extLst>
  </p:cSld>
  <p:clrMapOvr>
    <a:masterClrMapping/>
  </p:clrMapOvr>
</p:sld>
</file>

<file path=ppt/theme/theme1.xml><?xml version="1.0" encoding="utf-8"?>
<a:theme xmlns:a="http://schemas.openxmlformats.org/drawingml/2006/main" name="Experiência Laranja">
  <a:themeElements>
    <a:clrScheme name="Experiência Laranja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1393</TotalTime>
  <Words>137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Oswald SemiBold</vt:lpstr>
      <vt:lpstr>Univers Condensed Light</vt:lpstr>
      <vt:lpstr>Experiência Laranja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NATANE ELIAS SILVA</dc:creator>
  <cp:lastModifiedBy>NATANE ELIAS SILVA</cp:lastModifiedBy>
  <cp:revision>1</cp:revision>
  <dcterms:created xsi:type="dcterms:W3CDTF">2026-10-14T17:58:33Z</dcterms:created>
  <dcterms:modified xsi:type="dcterms:W3CDTF">2026-10-15T17:12:00Z</dcterms:modified>
</cp:coreProperties>
</file>
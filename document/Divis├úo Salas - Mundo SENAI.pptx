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439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601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789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250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47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5288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024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191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1723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4115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9072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20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61498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0108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3476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771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9703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0220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8217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49590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05030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5067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70721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1637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05855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57056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505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5D70B7B9-DE4E-4B85-9AFB-9AAA278B8D9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F59091A-DC27-4E9A-A6DA-816D6E4A5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787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A4B46B9-D99E-1D6C-781C-F4A0BC787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6932" y="181504"/>
            <a:ext cx="4047067" cy="487362"/>
          </a:xfrm>
        </p:spPr>
        <p:txBody>
          <a:bodyPr>
            <a:normAutofit fontScale="70000" lnSpcReduction="20000"/>
          </a:bodyPr>
          <a:lstStyle/>
          <a:p>
            <a:r>
              <a:rPr lang="pt-BR" sz="3200" b="1" dirty="0"/>
              <a:t>Matutino Equipe – 1ª Sala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8913B88-8152-2FD3-F33F-35BC41FB1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1" y="241157"/>
            <a:ext cx="1905001" cy="190500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AE2A79F-CA0A-3A9E-24FA-5EDA5748C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521" y="3464850"/>
            <a:ext cx="1905001" cy="190500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CC73B05-3EC3-AE36-D631-41C845886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65" y="3644277"/>
            <a:ext cx="1905001" cy="190500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93AC3EC-F166-3887-75D8-2CF0F1760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059" y="277300"/>
            <a:ext cx="1905001" cy="1905001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136B6734-33CA-720C-6F8F-E2C577C1C5C5}"/>
              </a:ext>
            </a:extLst>
          </p:cNvPr>
          <p:cNvSpPr txBox="1"/>
          <p:nvPr/>
        </p:nvSpPr>
        <p:spPr>
          <a:xfrm>
            <a:off x="677396" y="2056445"/>
            <a:ext cx="15568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Pedro, Filipe</a:t>
            </a:r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0D0AFB4-CA0B-E396-DC0F-6993AC3525F5}"/>
              </a:ext>
            </a:extLst>
          </p:cNvPr>
          <p:cNvSpPr txBox="1"/>
          <p:nvPr/>
        </p:nvSpPr>
        <p:spPr>
          <a:xfrm>
            <a:off x="8300521" y="2165511"/>
            <a:ext cx="1960793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Bianca M, </a:t>
            </a:r>
            <a:r>
              <a:rPr lang="pt-BR" dirty="0" err="1"/>
              <a:t>Mirelly</a:t>
            </a:r>
            <a:endParaRPr lang="pt-BR" dirty="0"/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C116D62-9DF5-202F-E5EB-F056A9FED87D}"/>
              </a:ext>
            </a:extLst>
          </p:cNvPr>
          <p:cNvSpPr txBox="1"/>
          <p:nvPr/>
        </p:nvSpPr>
        <p:spPr>
          <a:xfrm>
            <a:off x="626531" y="5369851"/>
            <a:ext cx="1768433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Esther, Yasmim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902EF9E-ABD3-9041-4D2E-18394CCA3487}"/>
              </a:ext>
            </a:extLst>
          </p:cNvPr>
          <p:cNvSpPr txBox="1"/>
          <p:nvPr/>
        </p:nvSpPr>
        <p:spPr>
          <a:xfrm>
            <a:off x="8066867" y="5243273"/>
            <a:ext cx="1986441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Bianca V, Nicolas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8595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537AB-67DA-3C2A-7DF3-79C232830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9E75943-EC75-4A81-39FC-F3DE954AF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6932" y="181504"/>
            <a:ext cx="4047067" cy="487362"/>
          </a:xfrm>
        </p:spPr>
        <p:txBody>
          <a:bodyPr>
            <a:normAutofit fontScale="70000" lnSpcReduction="20000"/>
          </a:bodyPr>
          <a:lstStyle/>
          <a:p>
            <a:r>
              <a:rPr lang="pt-BR" sz="3200" b="1" dirty="0"/>
              <a:t>Matutino Equipe – 2ª Sala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D6641C9-96D2-758B-5ECB-E9912CFF6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1" y="241157"/>
            <a:ext cx="1905001" cy="190500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BFFB159-5AE6-2234-BC18-040E0C7C4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521" y="3464850"/>
            <a:ext cx="1905001" cy="190500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4BAD597-1FBC-5BE3-FAB9-C7BAC3824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65" y="3644277"/>
            <a:ext cx="1905001" cy="190500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8F45CD2-96A6-6C18-62B8-6F2672E0F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059" y="277300"/>
            <a:ext cx="1905001" cy="1905001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C9F2C93-F617-FD71-3A47-DA0AAA8875E8}"/>
              </a:ext>
            </a:extLst>
          </p:cNvPr>
          <p:cNvSpPr txBox="1"/>
          <p:nvPr/>
        </p:nvSpPr>
        <p:spPr>
          <a:xfrm>
            <a:off x="677396" y="2056445"/>
            <a:ext cx="1563248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Luan, Lucas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73A2581-A241-80F4-A84D-C7E3AA686365}"/>
              </a:ext>
            </a:extLst>
          </p:cNvPr>
          <p:cNvSpPr txBox="1"/>
          <p:nvPr/>
        </p:nvSpPr>
        <p:spPr>
          <a:xfrm>
            <a:off x="8300521" y="2165511"/>
            <a:ext cx="1588897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42A82A1-C89A-1988-0B40-7C3F9C6E1378}"/>
              </a:ext>
            </a:extLst>
          </p:cNvPr>
          <p:cNvSpPr txBox="1"/>
          <p:nvPr/>
        </p:nvSpPr>
        <p:spPr>
          <a:xfrm>
            <a:off x="626531" y="5369851"/>
            <a:ext cx="1858201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Gabriel, Eduarda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5967F18-F356-0A35-6ABC-3783FDFE8D6B}"/>
              </a:ext>
            </a:extLst>
          </p:cNvPr>
          <p:cNvSpPr txBox="1"/>
          <p:nvPr/>
        </p:nvSpPr>
        <p:spPr>
          <a:xfrm>
            <a:off x="8066867" y="5243273"/>
            <a:ext cx="2409634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Marilia, Maria Eduarda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3080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80218-91A1-592B-2993-5AF6729FF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C4A38C7-7B1D-648E-56B5-B5BC7990D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6932" y="181504"/>
            <a:ext cx="4047067" cy="487362"/>
          </a:xfrm>
        </p:spPr>
        <p:txBody>
          <a:bodyPr>
            <a:normAutofit fontScale="70000" lnSpcReduction="20000"/>
          </a:bodyPr>
          <a:lstStyle/>
          <a:p>
            <a:r>
              <a:rPr lang="pt-BR" sz="3200" b="1" dirty="0"/>
              <a:t>VESPERTINO Equipe – 1ª Sala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8E4C3EC-4F4F-AEF3-A0A5-356C2D8C2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1" y="241157"/>
            <a:ext cx="1905001" cy="190500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4D8CE6E-7131-36EB-A792-C351BABC8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521" y="3464850"/>
            <a:ext cx="1905001" cy="190500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1DEE1B8-3383-7A6F-D0DE-4459FB2A5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65" y="3644277"/>
            <a:ext cx="1905001" cy="190500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4FD222C-896C-468A-AAD6-A02E24752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059" y="277300"/>
            <a:ext cx="1905001" cy="1905001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6C955419-6688-1D70-79F4-55D86D5A17F0}"/>
              </a:ext>
            </a:extLst>
          </p:cNvPr>
          <p:cNvSpPr txBox="1"/>
          <p:nvPr/>
        </p:nvSpPr>
        <p:spPr>
          <a:xfrm>
            <a:off x="677396" y="2056445"/>
            <a:ext cx="3214085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Mayra e Víctor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Raíssa, Isabela (SC), Monik 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67733ED-8D74-CEAF-6B63-D29E7E03E58B}"/>
              </a:ext>
            </a:extLst>
          </p:cNvPr>
          <p:cNvSpPr txBox="1"/>
          <p:nvPr/>
        </p:nvSpPr>
        <p:spPr>
          <a:xfrm>
            <a:off x="8300521" y="2165511"/>
            <a:ext cx="3281668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Ana Carol (SA) e Ana Carol(SC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Sara (SA), Bryan e Rosely, Helena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88C5B9E-4C18-84F7-0766-A8EC8E8AB70C}"/>
              </a:ext>
            </a:extLst>
          </p:cNvPr>
          <p:cNvSpPr txBox="1"/>
          <p:nvPr/>
        </p:nvSpPr>
        <p:spPr>
          <a:xfrm>
            <a:off x="626531" y="5369851"/>
            <a:ext cx="4028732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Bruna e Mirella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Ludimila(SA), Maria Beatriz e Lucas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3BFA352-52C4-400D-BE03-CABB04A89DC2}"/>
              </a:ext>
            </a:extLst>
          </p:cNvPr>
          <p:cNvSpPr txBox="1"/>
          <p:nvPr/>
        </p:nvSpPr>
        <p:spPr>
          <a:xfrm>
            <a:off x="8066867" y="5243273"/>
            <a:ext cx="3527056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Matheus e Eduardo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Ana Beatriz(SA), </a:t>
            </a:r>
            <a:r>
              <a:rPr lang="pt-BR" dirty="0" err="1"/>
              <a:t>Kayro</a:t>
            </a:r>
            <a:r>
              <a:rPr lang="pt-BR" dirty="0"/>
              <a:t> e Lara G</a:t>
            </a:r>
          </a:p>
        </p:txBody>
      </p:sp>
    </p:spTree>
    <p:extLst>
      <p:ext uri="{BB962C8B-B14F-4D97-AF65-F5344CB8AC3E}">
        <p14:creationId xmlns:p14="http://schemas.microsoft.com/office/powerpoint/2010/main" val="4059170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E21AB-A4C6-3BEE-FA19-7B9AC2237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E270C37B-0F5B-D9A2-7CAE-50C9AF4BB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6932" y="181504"/>
            <a:ext cx="4047067" cy="487362"/>
          </a:xfrm>
        </p:spPr>
        <p:txBody>
          <a:bodyPr>
            <a:normAutofit fontScale="70000" lnSpcReduction="20000"/>
          </a:bodyPr>
          <a:lstStyle/>
          <a:p>
            <a:r>
              <a:rPr lang="pt-BR" sz="3200" b="1" dirty="0"/>
              <a:t>Vespertino Equipe – 2ª Sala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1D568D7-FC75-6136-B87E-297BD109C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1" y="241157"/>
            <a:ext cx="1905001" cy="190500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6200CBD-B7F1-3BC6-EE37-3DB4D90B5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521" y="3464850"/>
            <a:ext cx="1905001" cy="190500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73B053-AF6A-5A94-842E-71536FB77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65" y="3644277"/>
            <a:ext cx="1905001" cy="190500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09C94AC-A46B-3951-0C86-81F2E18BC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059" y="277300"/>
            <a:ext cx="1905001" cy="1905001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EF01AD9A-3706-33B3-5544-3EEF0B6B716D}"/>
              </a:ext>
            </a:extLst>
          </p:cNvPr>
          <p:cNvSpPr txBox="1"/>
          <p:nvPr/>
        </p:nvSpPr>
        <p:spPr>
          <a:xfrm>
            <a:off x="677396" y="2056445"/>
            <a:ext cx="2589170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Karolaynne</a:t>
            </a:r>
            <a:r>
              <a:rPr lang="pt-BR" dirty="0"/>
              <a:t> e Daiane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Thaís, Anne </a:t>
            </a:r>
            <a:r>
              <a:rPr lang="pt-BR" dirty="0" err="1"/>
              <a:t>kelly</a:t>
            </a:r>
            <a:r>
              <a:rPr lang="pt-BR" dirty="0"/>
              <a:t>, Daniel 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7C9D64-059C-57D6-0BD3-A9D7F9318DA1}"/>
              </a:ext>
            </a:extLst>
          </p:cNvPr>
          <p:cNvSpPr txBox="1"/>
          <p:nvPr/>
        </p:nvSpPr>
        <p:spPr>
          <a:xfrm>
            <a:off x="8300521" y="2165511"/>
            <a:ext cx="2896947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Cleiton e João Paulo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Ana Maria, Daniela e Yasmin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3CF578D-4312-2EF8-FF99-5E825ACF60F1}"/>
              </a:ext>
            </a:extLst>
          </p:cNvPr>
          <p:cNvSpPr txBox="1"/>
          <p:nvPr/>
        </p:nvSpPr>
        <p:spPr>
          <a:xfrm>
            <a:off x="626531" y="5369851"/>
            <a:ext cx="3114955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Isabele (AS) e Ana Beatriz (SC)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José, Victória, </a:t>
            </a:r>
            <a:r>
              <a:rPr lang="pt-BR" dirty="0" err="1"/>
              <a:t>Stéfany</a:t>
            </a:r>
            <a:r>
              <a:rPr lang="pt-BR" dirty="0"/>
              <a:t>, </a:t>
            </a:r>
            <a:r>
              <a:rPr lang="pt-BR" dirty="0" err="1"/>
              <a:t>Naytala</a:t>
            </a: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29B3275-70F7-3586-6B25-DF6E755D620C}"/>
              </a:ext>
            </a:extLst>
          </p:cNvPr>
          <p:cNvSpPr txBox="1"/>
          <p:nvPr/>
        </p:nvSpPr>
        <p:spPr>
          <a:xfrm>
            <a:off x="8066867" y="5243273"/>
            <a:ext cx="3358612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Apresentadores: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Nayderon</a:t>
            </a:r>
            <a:r>
              <a:rPr lang="pt-BR" dirty="0"/>
              <a:t> e João Victor</a:t>
            </a:r>
          </a:p>
          <a:p>
            <a:endParaRPr lang="pt-BR" sz="1000" dirty="0"/>
          </a:p>
          <a:p>
            <a:r>
              <a:rPr lang="pt-BR" b="1" dirty="0"/>
              <a:t>Apoio: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Dhenniffer</a:t>
            </a:r>
            <a:r>
              <a:rPr lang="pt-BR" dirty="0"/>
              <a:t>, </a:t>
            </a:r>
            <a:r>
              <a:rPr lang="pt-BR" dirty="0" err="1"/>
              <a:t>Ludymilla</a:t>
            </a:r>
            <a:r>
              <a:rPr lang="pt-BR" dirty="0"/>
              <a:t>(SC) e Bianca</a:t>
            </a:r>
          </a:p>
        </p:txBody>
      </p:sp>
    </p:spTree>
    <p:extLst>
      <p:ext uri="{BB962C8B-B14F-4D97-AF65-F5344CB8AC3E}">
        <p14:creationId xmlns:p14="http://schemas.microsoft.com/office/powerpoint/2010/main" val="3998364614"/>
      </p:ext>
    </p:extLst>
  </p:cSld>
  <p:clrMapOvr>
    <a:masterClrMapping/>
  </p:clrMapOvr>
</p:sld>
</file>

<file path=ppt/theme/theme1.xml><?xml version="1.0" encoding="utf-8"?>
<a:theme xmlns:a="http://schemas.openxmlformats.org/drawingml/2006/main" name="Experiência Laranja">
  <a:themeElements>
    <a:clrScheme name="Experiência Laranja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1767</TotalTime>
  <Words>208</Words>
  <Application>Microsoft Office PowerPoint</Application>
  <PresentationFormat>Widescreen</PresentationFormat>
  <Paragraphs>75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Oswald SemiBold</vt:lpstr>
      <vt:lpstr>Univers Condensed Light</vt:lpstr>
      <vt:lpstr>Experiência Laranja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NATANE ELIAS SILVA</dc:creator>
  <cp:lastModifiedBy>ISAQUE PONTES ROMUALDO</cp:lastModifiedBy>
  <cp:revision>5</cp:revision>
  <dcterms:created xsi:type="dcterms:W3CDTF">2026-10-14T17:58:33Z</dcterms:created>
  <dcterms:modified xsi:type="dcterms:W3CDTF">2026-10-25T19:59:58Z</dcterms:modified>
</cp:coreProperties>
</file>